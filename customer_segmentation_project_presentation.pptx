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7" r:id="rId10"/>
    <p:sldId id="263" r:id="rId11"/>
    <p:sldId id="268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34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6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97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3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5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3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4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3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0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6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35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77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429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21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85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28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61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9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&amp; Business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Science &amp; Analytics Internship – Task 3</a:t>
            </a:r>
          </a:p>
          <a:p>
            <a:r>
              <a:rPr dirty="0"/>
              <a:t>Submitted By: Sa</a:t>
            </a:r>
            <a:r>
              <a:rPr lang="en-US" dirty="0"/>
              <a:t>gar Tharu</a:t>
            </a:r>
            <a:endParaRPr dirty="0"/>
          </a:p>
          <a:p>
            <a:r>
              <a:rPr dirty="0"/>
              <a:t>Tools Used: Python, Pandas, Matplotlib, Seaborn, Scikit‑Learn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collect large volumes of customer data from digital platforms.</a:t>
            </a:r>
          </a:p>
          <a:p>
            <a:r>
              <a:t>Analyzing this data helps companies understand customer behavior, spending patterns, and churn risk.</a:t>
            </a:r>
          </a:p>
          <a:p>
            <a:r>
              <a:t>Customer segmentation allows businesses to group customers with similar characteristics.</a:t>
            </a:r>
          </a:p>
          <a:p>
            <a:r>
              <a:t>This project analyzes customer subscription and usage data using data science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customer usage and subscription data</a:t>
            </a:r>
          </a:p>
          <a:p>
            <a:r>
              <a:t>Perform data cleaning and preprocessing</a:t>
            </a:r>
          </a:p>
          <a:p>
            <a:r>
              <a:t>Apply clustering techniques for customer segmentation</a:t>
            </a:r>
          </a:p>
          <a:p>
            <a:r>
              <a:t>Visualize customer behavior and business performance</a:t>
            </a:r>
          </a:p>
          <a:p>
            <a:r>
              <a:t>Generate actionable business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Name: Customer Subscription Churn Usage Patterns</a:t>
            </a:r>
          </a:p>
          <a:p>
            <a:r>
              <a:t>Dataset Type: Customer Behavior &amp; Subscription Data</a:t>
            </a:r>
          </a:p>
          <a:p>
            <a:r>
              <a:t>File Used: customer_subscription_churn_usage_patterns.csv</a:t>
            </a:r>
          </a:p>
          <a:p>
            <a:r>
              <a:t>Contains customer engagement, usage patterns, spending behavior and churn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Checked dataset structure using df.info()</a:t>
            </a:r>
          </a:p>
          <a:p>
            <a:r>
              <a:t>Analyzed dataset shape and number of records</a:t>
            </a:r>
          </a:p>
          <a:p>
            <a:r>
              <a:t>Reviewed column data types</a:t>
            </a:r>
          </a:p>
          <a:p>
            <a:r>
              <a:t>Identified missing values in dataset</a:t>
            </a:r>
          </a:p>
          <a:p>
            <a:r>
              <a:t>Observed distribution of customer attributes.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– Steps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</a:t>
            </a:r>
          </a:p>
          <a:p>
            <a:r>
              <a:t>Removed duplicate records</a:t>
            </a:r>
          </a:p>
          <a:p>
            <a:r>
              <a:t>Converted data types where required</a:t>
            </a:r>
          </a:p>
          <a:p>
            <a:r>
              <a:t>Standardized data format</a:t>
            </a:r>
          </a:p>
          <a:p>
            <a:r>
              <a:t>Prepared dataset for analysis and clustering.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performed to understand:</a:t>
            </a:r>
          </a:p>
          <a:p>
            <a:r>
              <a:t>Customer usage patterns</a:t>
            </a:r>
          </a:p>
          <a:p>
            <a:r>
              <a:t>Spending behavior</a:t>
            </a:r>
          </a:p>
          <a:p>
            <a:r>
              <a:t>Customer engagement levels</a:t>
            </a:r>
          </a:p>
          <a:p>
            <a:r>
              <a:t>Relationship between usage and churn</a:t>
            </a:r>
          </a:p>
          <a:p>
            <a:r>
              <a:t>Patterns useful for customer segmentation.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AA94-B679-3343-16ED-9F874108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Revenue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5B3F3F-317C-94DB-4CD9-07734A939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705" y="2212324"/>
            <a:ext cx="6444590" cy="433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1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EABE9-02EC-E61C-B4A6-8BF49D90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Correlation Heatmap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5188E0-000B-C384-4B1C-36D408508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792" y="2070156"/>
            <a:ext cx="6428416" cy="474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14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(K-Means Clustering)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Applied StandardScaler for feature scaling</a:t>
            </a:r>
          </a:p>
          <a:p>
            <a:r>
              <a:t>Used K-Means clustering algorithm</a:t>
            </a:r>
          </a:p>
          <a:p>
            <a:r>
              <a:t>Grouped customers into different segments</a:t>
            </a:r>
          </a:p>
          <a:p>
            <a:r>
              <a:t>Identified behavioral differences between clusters.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98917-8E2D-184B-1D22-8360A560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customer clustering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5A4785-F9AE-A5F8-B21F-CE3E960D60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5201" y="2225071"/>
            <a:ext cx="6662205" cy="451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85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show different engagement and usage patterns</a:t>
            </a:r>
          </a:p>
          <a:p>
            <a:r>
              <a:t>High usage customers tend to generate higher revenue</a:t>
            </a:r>
          </a:p>
          <a:p>
            <a:r>
              <a:t>Low engagement customers show higher churn risk</a:t>
            </a:r>
          </a:p>
          <a:p>
            <a:r>
              <a:t>Segmentation helps identify high-value customers.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high-value customers with loyalty programs</a:t>
            </a:r>
          </a:p>
          <a:p>
            <a:r>
              <a:t>Improve engagement strategies for low-usage users</a:t>
            </a:r>
          </a:p>
          <a:p>
            <a:r>
              <a:t>Reduce churn through personalized offers</a:t>
            </a:r>
          </a:p>
          <a:p>
            <a:r>
              <a:t>Use segmentation for targeted marketing campaigns.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Tools Used:</a:t>
            </a:r>
          </a:p>
          <a:p>
            <a:r>
              <a:t>Python</a:t>
            </a:r>
          </a:p>
          <a:p>
            <a:r>
              <a:t>Pandas</a:t>
            </a:r>
          </a:p>
          <a:p>
            <a:r>
              <a:t>Matplotlib</a:t>
            </a:r>
          </a:p>
          <a:p>
            <a:r>
              <a:t>Seaborn</a:t>
            </a:r>
          </a:p>
          <a:p>
            <a:r>
              <a:t>Scikit-learn</a:t>
            </a:r>
          </a:p>
          <a:p>
            <a:r>
              <a:t>Jupyter Notebook</a:t>
            </a:r>
          </a:p>
          <a:p>
            <a:endParaRPr/>
          </a:p>
          <a:p>
            <a:r>
              <a:t>Conclusion:</a:t>
            </a:r>
          </a:p>
          <a:p>
            <a:r>
              <a:t>Customer segmentation helps businesses understand user behavior and improve decision making.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366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Century Gothic</vt:lpstr>
      <vt:lpstr>Wingdings 3</vt:lpstr>
      <vt:lpstr>Ion Boardroom</vt:lpstr>
      <vt:lpstr>Customer Segmentation &amp; Business Performance Analysis</vt:lpstr>
      <vt:lpstr>Introduction</vt:lpstr>
      <vt:lpstr>Project Objective</vt:lpstr>
      <vt:lpstr>Dataset Description</vt:lpstr>
      <vt:lpstr>Data Understanding</vt:lpstr>
      <vt:lpstr>Data Cleaning – Steps Performed</vt:lpstr>
      <vt:lpstr>Exploratory Data Analysis (EDA)</vt:lpstr>
      <vt:lpstr>Total Revenue</vt:lpstr>
      <vt:lpstr>Feature Correlation Heatmap</vt:lpstr>
      <vt:lpstr>Customer Segmentation (K-Means Clustering)</vt:lpstr>
      <vt:lpstr>K-means customer clustering</vt:lpstr>
      <vt:lpstr>Key Insights</vt:lpstr>
      <vt:lpstr>Business Recommendations</vt:lpstr>
      <vt:lpstr>Conclusion &amp; Tools Used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SAGAR THARU</cp:lastModifiedBy>
  <cp:revision>2</cp:revision>
  <dcterms:created xsi:type="dcterms:W3CDTF">2013-01-27T09:14:16Z</dcterms:created>
  <dcterms:modified xsi:type="dcterms:W3CDTF">2026-03-08T07:46:37Z</dcterms:modified>
  <cp:category/>
</cp:coreProperties>
</file>